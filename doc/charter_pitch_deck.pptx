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6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Charter</a:t>
            </a:r>
          </a:p>
          <a:p>
            <a:pPr>
              <a:defRPr sz="1800">
                <a:solidFill>
                  <a:srgbClr val="AAB9CD"/>
                </a:solidFill>
              </a:defRPr>
            </a:pPr>
            <a:r>
              <a:t>The Institutional Governance Standard for Digital Assets</a:t>
            </a:r>
          </a:p>
          <a:p>
            <a:pPr>
              <a:defRPr sz="1800">
                <a:solidFill>
                  <a:srgbClr val="AAB9CD"/>
                </a:solidFill>
              </a:defRPr>
            </a:pPr>
            <a:r>
              <a:t>Timothy Banks  | 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AAB9CD"/>
                </a:solidFill>
              </a:defRPr>
            </a:pPr>
            <a:r>
              <a:t>Blockchains standardized execution.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Charter standardizes institutional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6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The Systemic Risk Nobody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AAB9CD"/>
                </a:solidFill>
              </a:defRPr>
            </a:pPr>
            <a:r>
              <a:t>Digital assets are institutionally held.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Governance remains private, fragmented, and opaque.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Execution is on-chain.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Control is reconstructed after the fact.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As institutional capital scales, governance opacity becomes systemic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6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The Missing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AAB9CD"/>
                </a:solidFill>
              </a:defRPr>
            </a:pPr>
            <a:r>
              <a:t>Blockchains standardized consensus, execution, and settlement.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They did NOT standardize institutional governance.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Custody policy enforcement, approval semantics,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and compliance evidence remain proprietary middleware.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Charter defines this missing coordination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6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What Charter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AAB9CD"/>
                </a:solidFill>
              </a:defRPr>
            </a:pPr>
            <a:r>
              <a:t>Charter encodes custody governance as deterministic state transitions.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• Threshold approvals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• Timelocks and limits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• Jurisdiction-aware policy enforcement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• Replayable audit evidence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Governance becomes consensus-visible.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6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Why This Must Be a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AAB9CD"/>
                </a:solidFill>
              </a:defRPr>
            </a:pPr>
            <a:r>
              <a:t>If governance is owned by a single custodian,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it cannot become an industry standard.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Standards require neutrality.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Charter is operated by licensed validators across jurisdictions,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forming a neutral institutional control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6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Beachhead →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AAB9CD"/>
                </a:solidFill>
              </a:defRPr>
            </a:pPr>
            <a:r>
              <a:t>Phase 1: Institutional treasury transfer governance.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High compliance sensitivity.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Clear policy boundaries.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Immediate audit value.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Win one workflow. Expand across the institutional custody surface.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6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Economics Built for Institutions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AAB9CD"/>
                </a:solidFill>
              </a:defRPr>
            </a:pPr>
            <a:r>
              <a:t>No annual license fees.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Institutions pay per governance action.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The token coordinates: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• Validator incentives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• Protocol-native fee distribution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• Governance neutrality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Infrastructure plumbing. Not speculation.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66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t>Vision &amp; 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AAB9CD"/>
                </a:solidFill>
              </a:defRPr>
            </a:pPr>
            <a:r>
              <a:t>Charter becomes the jurisdiction-aware governance substrate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for institutional digital asset custody worldwide.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Raise: $1M pre-seed</a:t>
            </a: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Runway: 18–24 months</a:t>
            </a:r>
          </a:p>
          <a:p>
            <a:pPr>
              <a:defRPr sz="2200">
                <a:solidFill>
                  <a:srgbClr val="AAB9CD"/>
                </a:solidFill>
              </a:defRPr>
            </a:pPr>
          </a:p>
          <a:p>
            <a:pPr>
              <a:defRPr sz="2200">
                <a:solidFill>
                  <a:srgbClr val="AAB9CD"/>
                </a:solidFill>
              </a:defRPr>
            </a:pPr>
            <a:r>
              <a:t>Milestone: First institutional pilot under production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